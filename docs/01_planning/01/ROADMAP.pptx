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3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7EFA7A-132A-97EC-EAE9-C173FB2BCD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564629-3188-021D-6F31-3E3F1B38E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44F0FB-39A1-A643-310C-08B77FD9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0959B4-67D8-C8A8-4B22-AAB86E6AB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996BF0-2E53-99F6-39C6-17BF1CC7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934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334084-1073-35B0-9000-41838F201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9764F-8003-DBD4-19AF-DA98422CC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6FAB3D-E1B9-6529-8659-8DA8748C2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42F15F-6743-C4D0-EA28-31B7611CE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8ACE59-0B42-9F12-1295-392D41A0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917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04050B-FFDE-D045-1829-7C21D6EE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FAD606C-E93D-C989-2D90-FECEFFA2C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C3A0A8-BF85-2DD6-173A-280360D5F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8ECA08-132C-EC6D-0DF0-536C0E4F1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44D3F4-DF29-FEDF-0C06-B085BE27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8983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654155-864A-8E22-6ECC-0A85329A8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2B2240-8C16-4507-29B5-C68507B13B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FD5DAFF-0FE8-701A-F57C-B3FD40F16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EB93BD-F539-668A-54C6-45982C858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5F479C-26DD-4832-0034-4A09B4F88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1C8C1A-A899-BE4C-5546-E05346A6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9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FF1535-9351-56CA-442A-8DAF65E8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BAACA-972C-48D5-6BCC-307853142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8CC5C7-EB81-6352-0177-0D681D3F3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405354B-3486-7BCD-4734-E67F436C8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521B9C6-C92E-D100-8892-0A29948B3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B0F9605-8192-FB2E-2B84-999E438BA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C3A300C-620C-E78D-4B6E-DAEF0F47F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550A22A-3FCA-EACF-67E1-72FAB40B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670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869254-7D95-ABCF-5D7D-1FBBAC155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8A8E99D-7177-3449-1BFD-36E80359B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C64E9B-E1A4-0E19-0268-289E3B2B1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F06873-1EB9-0709-5D42-5D953330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926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EDB29D7-1188-CF03-CF51-B4EA6128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D1E7C2-D606-4912-65B9-28BEA0DA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AF8ED2-D31D-1E70-E7F3-12F8F8F72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311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ADBCAD-9DF1-4D3E-EA1C-918951380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9D2D715-D74C-F1A4-AC70-0D427D330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6164C-32B9-6C44-8B19-A08A913CE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0AC47B8-8F6E-7EC5-3B57-5A7946441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D69F031-A25D-9A25-8CE7-7E4BF08A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4DE8B8-DF65-6F53-F0E1-E9A21CAA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6022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48E0A2-67D4-D211-69ED-06324E2B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D0A2A1A-5EE7-AD7E-10B6-6C9144D92D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A94871-BFE3-86CA-A39F-37984B674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4ABE542-26A0-30CA-6EB6-6806F47F2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C3D997-0EDB-E4B4-26D3-E63830A79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684314-AAF1-5799-E751-6A7E6523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0893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BD9BB5-6274-A9C7-5200-E5C5A99F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59CC52-143C-20E8-1F29-AA533DE06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D6C740-A8BC-10C4-2490-CF6308C74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569F7-8CA7-2528-C6FD-CC6EA553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FB8F4C-87EE-624D-84E8-3E267048E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911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799952D-21C0-8CE0-AA13-696D3E4E8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65F5F4-D4C6-0A05-942F-BB8CF2F4F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7B7552-0F6D-C59D-656C-D9E32F98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70B77A-DA4A-D3FF-A80B-CA808C0E8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86C04E-29BD-AD18-8054-5ADD58AE9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3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E88E8-5EF8-BE30-29C8-59F92609E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3502F-D99E-ADA4-B2B6-A2111EAEB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B2840B-A7CC-776B-8077-ECA24247BE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1A040-5F3F-4781-8B24-50D61523F4EB}" type="datetimeFigureOut">
              <a:rPr lang="ru-RU" smtClean="0"/>
              <a:t>20.06.2026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A3615C-2E76-3884-380C-2A5318B2DA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BE0D82-AD75-65AD-F926-A5CA646091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EE795E-5129-49A4-B7AE-0BDCB0DF6E0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7603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B73D5D5-999D-1AA2-BB5D-176127388504}"/>
              </a:ext>
            </a:extLst>
          </p:cNvPr>
          <p:cNvCxnSpPr>
            <a:cxnSpLocks/>
          </p:cNvCxnSpPr>
          <p:nvPr/>
        </p:nvCxnSpPr>
        <p:spPr>
          <a:xfrm>
            <a:off x="198120" y="3505200"/>
            <a:ext cx="1144143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Круг: прозрачная заливка 8">
            <a:extLst>
              <a:ext uri="{FF2B5EF4-FFF2-40B4-BE49-F238E27FC236}">
                <a16:creationId xmlns:a16="http://schemas.microsoft.com/office/drawing/2014/main" id="{0E79B09F-BCFA-63F5-A804-581C02AB9FE2}"/>
              </a:ext>
            </a:extLst>
          </p:cNvPr>
          <p:cNvSpPr/>
          <p:nvPr/>
        </p:nvSpPr>
        <p:spPr>
          <a:xfrm>
            <a:off x="781050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8AED362-8E63-62FB-2363-E1919B9EDDF6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938212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A7C5B7F2-AA48-C237-9019-7CB027DF63D9}"/>
              </a:ext>
            </a:extLst>
          </p:cNvPr>
          <p:cNvSpPr/>
          <p:nvPr/>
        </p:nvSpPr>
        <p:spPr>
          <a:xfrm>
            <a:off x="198120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Подготовка проекта и архитектуры</a:t>
            </a:r>
          </a:p>
        </p:txBody>
      </p:sp>
      <p:sp>
        <p:nvSpPr>
          <p:cNvPr id="14" name="Круг: прозрачная заливка 13">
            <a:extLst>
              <a:ext uri="{FF2B5EF4-FFF2-40B4-BE49-F238E27FC236}">
                <a16:creationId xmlns:a16="http://schemas.microsoft.com/office/drawing/2014/main" id="{37EA83D5-8A96-2837-76C5-A62544205AB2}"/>
              </a:ext>
            </a:extLst>
          </p:cNvPr>
          <p:cNvSpPr/>
          <p:nvPr/>
        </p:nvSpPr>
        <p:spPr>
          <a:xfrm>
            <a:off x="1243012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349DCA2-A243-F939-5E45-BAEF5C2CD820}"/>
              </a:ext>
            </a:extLst>
          </p:cNvPr>
          <p:cNvCxnSpPr>
            <a:cxnSpLocks/>
          </p:cNvCxnSpPr>
          <p:nvPr/>
        </p:nvCxnSpPr>
        <p:spPr>
          <a:xfrm flipH="1" flipV="1">
            <a:off x="1400173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A8355D4-64A4-01D5-140E-9D7309848553}"/>
              </a:ext>
            </a:extLst>
          </p:cNvPr>
          <p:cNvSpPr/>
          <p:nvPr/>
        </p:nvSpPr>
        <p:spPr>
          <a:xfrm>
            <a:off x="619123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/>
              <a:t>Реализация </a:t>
            </a:r>
            <a:r>
              <a:rPr lang="en-US" sz="1400"/>
              <a:t>Payments Service</a:t>
            </a:r>
          </a:p>
        </p:txBody>
      </p:sp>
      <p:sp>
        <p:nvSpPr>
          <p:cNvPr id="17" name="Круг: прозрачная заливка 16">
            <a:extLst>
              <a:ext uri="{FF2B5EF4-FFF2-40B4-BE49-F238E27FC236}">
                <a16:creationId xmlns:a16="http://schemas.microsoft.com/office/drawing/2014/main" id="{7284E07C-63C2-A1AF-FD0B-AB2D037F3075}"/>
              </a:ext>
            </a:extLst>
          </p:cNvPr>
          <p:cNvSpPr/>
          <p:nvPr/>
        </p:nvSpPr>
        <p:spPr>
          <a:xfrm>
            <a:off x="2500311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7F3828A0-11F5-C528-B249-038234C9550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2657473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85A5992-17B1-C1A2-FA61-3D867A4B2D24}"/>
              </a:ext>
            </a:extLst>
          </p:cNvPr>
          <p:cNvSpPr/>
          <p:nvPr/>
        </p:nvSpPr>
        <p:spPr>
          <a:xfrm>
            <a:off x="1917381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Реализация </a:t>
            </a:r>
            <a:r>
              <a:rPr lang="en-US" sz="1400" dirty="0"/>
              <a:t>Orders Service</a:t>
            </a:r>
          </a:p>
        </p:txBody>
      </p:sp>
      <p:sp>
        <p:nvSpPr>
          <p:cNvPr id="20" name="Круг: прозрачная заливка 19">
            <a:extLst>
              <a:ext uri="{FF2B5EF4-FFF2-40B4-BE49-F238E27FC236}">
                <a16:creationId xmlns:a16="http://schemas.microsoft.com/office/drawing/2014/main" id="{E37BF6AF-A04E-02AA-ADA9-A6EB0BAF5AA9}"/>
              </a:ext>
            </a:extLst>
          </p:cNvPr>
          <p:cNvSpPr/>
          <p:nvPr/>
        </p:nvSpPr>
        <p:spPr>
          <a:xfrm>
            <a:off x="2962273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59156BEF-692F-43E6-1E98-D3DC7A6B83AD}"/>
              </a:ext>
            </a:extLst>
          </p:cNvPr>
          <p:cNvCxnSpPr>
            <a:cxnSpLocks/>
          </p:cNvCxnSpPr>
          <p:nvPr/>
        </p:nvCxnSpPr>
        <p:spPr>
          <a:xfrm flipH="1" flipV="1">
            <a:off x="3119434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9C0A2764-5588-0FFB-A606-CEC9452650C7}"/>
              </a:ext>
            </a:extLst>
          </p:cNvPr>
          <p:cNvSpPr/>
          <p:nvPr/>
        </p:nvSpPr>
        <p:spPr>
          <a:xfrm>
            <a:off x="2338384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Настройка брокера и асинхронности</a:t>
            </a:r>
          </a:p>
        </p:txBody>
      </p:sp>
      <p:sp>
        <p:nvSpPr>
          <p:cNvPr id="23" name="Круг: прозрачная заливка 22">
            <a:extLst>
              <a:ext uri="{FF2B5EF4-FFF2-40B4-BE49-F238E27FC236}">
                <a16:creationId xmlns:a16="http://schemas.microsoft.com/office/drawing/2014/main" id="{6E56675F-CB2F-CB7F-5EA3-A0EAE3565B32}"/>
              </a:ext>
            </a:extLst>
          </p:cNvPr>
          <p:cNvSpPr/>
          <p:nvPr/>
        </p:nvSpPr>
        <p:spPr>
          <a:xfrm>
            <a:off x="4210048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591384B3-EE8C-01AF-364F-7943DD27C2B5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4367210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ABD0C15-8AED-4B59-9B99-A5A4C441033C}"/>
              </a:ext>
            </a:extLst>
          </p:cNvPr>
          <p:cNvSpPr/>
          <p:nvPr/>
        </p:nvSpPr>
        <p:spPr>
          <a:xfrm>
            <a:off x="3627118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Реализация </a:t>
            </a:r>
            <a:r>
              <a:rPr lang="en-US" sz="1400" dirty="0"/>
              <a:t>API Gateway</a:t>
            </a:r>
          </a:p>
        </p:txBody>
      </p:sp>
      <p:sp>
        <p:nvSpPr>
          <p:cNvPr id="26" name="Круг: прозрачная заливка 25">
            <a:extLst>
              <a:ext uri="{FF2B5EF4-FFF2-40B4-BE49-F238E27FC236}">
                <a16:creationId xmlns:a16="http://schemas.microsoft.com/office/drawing/2014/main" id="{4F05663F-971F-8BFA-2E8C-67B091A4233E}"/>
              </a:ext>
            </a:extLst>
          </p:cNvPr>
          <p:cNvSpPr/>
          <p:nvPr/>
        </p:nvSpPr>
        <p:spPr>
          <a:xfrm>
            <a:off x="4672010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D2D1CA1F-181E-D5F8-BF48-53472402D6CF}"/>
              </a:ext>
            </a:extLst>
          </p:cNvPr>
          <p:cNvCxnSpPr>
            <a:cxnSpLocks/>
          </p:cNvCxnSpPr>
          <p:nvPr/>
        </p:nvCxnSpPr>
        <p:spPr>
          <a:xfrm flipH="1" flipV="1">
            <a:off x="4829171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8D373D8A-F671-55A8-09B7-56C984FE9917}"/>
              </a:ext>
            </a:extLst>
          </p:cNvPr>
          <p:cNvSpPr/>
          <p:nvPr/>
        </p:nvSpPr>
        <p:spPr>
          <a:xfrm>
            <a:off x="4048121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Инфраструктура и </a:t>
            </a:r>
            <a:r>
              <a:rPr lang="en-US" sz="1400" dirty="0"/>
              <a:t>docker-compose</a:t>
            </a:r>
          </a:p>
        </p:txBody>
      </p:sp>
      <p:sp>
        <p:nvSpPr>
          <p:cNvPr id="29" name="Круг: прозрачная заливка 28">
            <a:extLst>
              <a:ext uri="{FF2B5EF4-FFF2-40B4-BE49-F238E27FC236}">
                <a16:creationId xmlns:a16="http://schemas.microsoft.com/office/drawing/2014/main" id="{94DDF3F1-E2BF-95CF-F879-F9E3E70AF9F8}"/>
              </a:ext>
            </a:extLst>
          </p:cNvPr>
          <p:cNvSpPr/>
          <p:nvPr/>
        </p:nvSpPr>
        <p:spPr>
          <a:xfrm>
            <a:off x="5880259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A7131060-C2EB-48A4-E31E-C8A4B4A64108}"/>
              </a:ext>
            </a:extLst>
          </p:cNvPr>
          <p:cNvCxnSpPr>
            <a:cxnSpLocks/>
            <a:stCxn id="29" idx="0"/>
          </p:cNvCxnSpPr>
          <p:nvPr/>
        </p:nvCxnSpPr>
        <p:spPr>
          <a:xfrm flipH="1" flipV="1">
            <a:off x="6037421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1" name="Прямоугольник: скругленные углы 30">
            <a:extLst>
              <a:ext uri="{FF2B5EF4-FFF2-40B4-BE49-F238E27FC236}">
                <a16:creationId xmlns:a16="http://schemas.microsoft.com/office/drawing/2014/main" id="{32E45642-18C5-8EB9-DD55-CDD654C32234}"/>
              </a:ext>
            </a:extLst>
          </p:cNvPr>
          <p:cNvSpPr/>
          <p:nvPr/>
        </p:nvSpPr>
        <p:spPr>
          <a:xfrm>
            <a:off x="5297329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SQL-</a:t>
            </a:r>
            <a:r>
              <a:rPr lang="ru-RU" sz="1400" dirty="0"/>
              <a:t>аналитика</a:t>
            </a:r>
          </a:p>
        </p:txBody>
      </p:sp>
      <p:sp>
        <p:nvSpPr>
          <p:cNvPr id="32" name="Круг: прозрачная заливка 31">
            <a:extLst>
              <a:ext uri="{FF2B5EF4-FFF2-40B4-BE49-F238E27FC236}">
                <a16:creationId xmlns:a16="http://schemas.microsoft.com/office/drawing/2014/main" id="{73D7EAD4-699E-D780-0B2F-1614B8DF96ED}"/>
              </a:ext>
            </a:extLst>
          </p:cNvPr>
          <p:cNvSpPr/>
          <p:nvPr/>
        </p:nvSpPr>
        <p:spPr>
          <a:xfrm>
            <a:off x="6342221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776677DE-7345-A19D-FBDF-013DC4C5584F}"/>
              </a:ext>
            </a:extLst>
          </p:cNvPr>
          <p:cNvCxnSpPr>
            <a:cxnSpLocks/>
          </p:cNvCxnSpPr>
          <p:nvPr/>
        </p:nvCxnSpPr>
        <p:spPr>
          <a:xfrm flipH="1" flipV="1">
            <a:off x="6499382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E422D797-889D-0877-257B-C7600A7E0CC1}"/>
              </a:ext>
            </a:extLst>
          </p:cNvPr>
          <p:cNvSpPr/>
          <p:nvPr/>
        </p:nvSpPr>
        <p:spPr>
          <a:xfrm>
            <a:off x="5718332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Диаграммы и документация</a:t>
            </a:r>
          </a:p>
        </p:txBody>
      </p:sp>
      <p:sp>
        <p:nvSpPr>
          <p:cNvPr id="35" name="Круг: прозрачная заливка 34">
            <a:extLst>
              <a:ext uri="{FF2B5EF4-FFF2-40B4-BE49-F238E27FC236}">
                <a16:creationId xmlns:a16="http://schemas.microsoft.com/office/drawing/2014/main" id="{08C2BC8E-263C-A704-3810-A8838F5841BF}"/>
              </a:ext>
            </a:extLst>
          </p:cNvPr>
          <p:cNvSpPr/>
          <p:nvPr/>
        </p:nvSpPr>
        <p:spPr>
          <a:xfrm>
            <a:off x="7550469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95F3177B-7C5F-A638-A12D-FE83D1847019}"/>
              </a:ext>
            </a:extLst>
          </p:cNvPr>
          <p:cNvCxnSpPr>
            <a:cxnSpLocks/>
            <a:stCxn id="35" idx="0"/>
          </p:cNvCxnSpPr>
          <p:nvPr/>
        </p:nvCxnSpPr>
        <p:spPr>
          <a:xfrm flipH="1" flipV="1">
            <a:off x="7707631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0737705B-E789-430E-F3A0-CF51C0B019D4}"/>
              </a:ext>
            </a:extLst>
          </p:cNvPr>
          <p:cNvSpPr/>
          <p:nvPr/>
        </p:nvSpPr>
        <p:spPr>
          <a:xfrm>
            <a:off x="6967539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 dirty="0"/>
              <a:t>Тестирование</a:t>
            </a:r>
          </a:p>
        </p:txBody>
      </p:sp>
      <p:sp>
        <p:nvSpPr>
          <p:cNvPr id="38" name="Круг: прозрачная заливка 37">
            <a:extLst>
              <a:ext uri="{FF2B5EF4-FFF2-40B4-BE49-F238E27FC236}">
                <a16:creationId xmlns:a16="http://schemas.microsoft.com/office/drawing/2014/main" id="{D347D42D-73AD-F085-EC73-88AAD38E7AF2}"/>
              </a:ext>
            </a:extLst>
          </p:cNvPr>
          <p:cNvSpPr/>
          <p:nvPr/>
        </p:nvSpPr>
        <p:spPr>
          <a:xfrm>
            <a:off x="8012431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98C58D9-D55F-B2D1-257C-2C9C33842277}"/>
              </a:ext>
            </a:extLst>
          </p:cNvPr>
          <p:cNvCxnSpPr>
            <a:cxnSpLocks/>
          </p:cNvCxnSpPr>
          <p:nvPr/>
        </p:nvCxnSpPr>
        <p:spPr>
          <a:xfrm flipH="1" flipV="1">
            <a:off x="8169592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D9B79387-3413-ACC7-EEAE-F283D9C2E77B}"/>
              </a:ext>
            </a:extLst>
          </p:cNvPr>
          <p:cNvSpPr/>
          <p:nvPr/>
        </p:nvSpPr>
        <p:spPr>
          <a:xfrm>
            <a:off x="7388542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/>
              <a:t>Информационная безопасность</a:t>
            </a:r>
          </a:p>
        </p:txBody>
      </p:sp>
      <p:sp>
        <p:nvSpPr>
          <p:cNvPr id="41" name="Круг: прозрачная заливка 40">
            <a:extLst>
              <a:ext uri="{FF2B5EF4-FFF2-40B4-BE49-F238E27FC236}">
                <a16:creationId xmlns:a16="http://schemas.microsoft.com/office/drawing/2014/main" id="{2293B6D8-8160-59A6-1668-5CC74D9E51C3}"/>
              </a:ext>
            </a:extLst>
          </p:cNvPr>
          <p:cNvSpPr/>
          <p:nvPr/>
        </p:nvSpPr>
        <p:spPr>
          <a:xfrm>
            <a:off x="9268299" y="3348037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A6AA2071-FE90-AF0A-3C75-CE7346E432D1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9425461" y="1470660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7F9B69D8-0C2D-1795-1995-9C2249A39609}"/>
              </a:ext>
            </a:extLst>
          </p:cNvPr>
          <p:cNvSpPr/>
          <p:nvPr/>
        </p:nvSpPr>
        <p:spPr>
          <a:xfrm>
            <a:off x="8685369" y="541020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/>
              <a:t>Подготовка презентации и демо</a:t>
            </a:r>
          </a:p>
        </p:txBody>
      </p:sp>
      <p:sp>
        <p:nvSpPr>
          <p:cNvPr id="44" name="Круг: прозрачная заливка 43">
            <a:extLst>
              <a:ext uri="{FF2B5EF4-FFF2-40B4-BE49-F238E27FC236}">
                <a16:creationId xmlns:a16="http://schemas.microsoft.com/office/drawing/2014/main" id="{156F8797-0E2D-D5B1-F05D-2F2393170EB8}"/>
              </a:ext>
            </a:extLst>
          </p:cNvPr>
          <p:cNvSpPr/>
          <p:nvPr/>
        </p:nvSpPr>
        <p:spPr>
          <a:xfrm>
            <a:off x="9730261" y="3357563"/>
            <a:ext cx="314325" cy="314325"/>
          </a:xfrm>
          <a:prstGeom prst="donu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45" name="Прямая соединительная линия 44">
            <a:extLst>
              <a:ext uri="{FF2B5EF4-FFF2-40B4-BE49-F238E27FC236}">
                <a16:creationId xmlns:a16="http://schemas.microsoft.com/office/drawing/2014/main" id="{FB51720A-ACED-0B65-D7D2-B99B6D6EBF3D}"/>
              </a:ext>
            </a:extLst>
          </p:cNvPr>
          <p:cNvCxnSpPr>
            <a:cxnSpLocks/>
          </p:cNvCxnSpPr>
          <p:nvPr/>
        </p:nvCxnSpPr>
        <p:spPr>
          <a:xfrm flipH="1" flipV="1">
            <a:off x="9887422" y="3572759"/>
            <a:ext cx="1" cy="1877377"/>
          </a:xfrm>
          <a:prstGeom prst="line">
            <a:avLst/>
          </a:prstGeom>
          <a:ln w="571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Прямоугольник: скругленные углы 45">
            <a:extLst>
              <a:ext uri="{FF2B5EF4-FFF2-40B4-BE49-F238E27FC236}">
                <a16:creationId xmlns:a16="http://schemas.microsoft.com/office/drawing/2014/main" id="{28C0F176-B899-94CE-EB39-D996C8CC657B}"/>
              </a:ext>
            </a:extLst>
          </p:cNvPr>
          <p:cNvSpPr/>
          <p:nvPr/>
        </p:nvSpPr>
        <p:spPr>
          <a:xfrm>
            <a:off x="9106372" y="5508014"/>
            <a:ext cx="1562100" cy="929639"/>
          </a:xfrm>
          <a:prstGeom prst="round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1400"/>
              <a:t>Финальная проверка и сдача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012827-62A3-D5BA-1015-438FB8CDCD8F}"/>
              </a:ext>
            </a:extLst>
          </p:cNvPr>
          <p:cNvSpPr txBox="1"/>
          <p:nvPr/>
        </p:nvSpPr>
        <p:spPr>
          <a:xfrm>
            <a:off x="65010" y="3650598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10 июня — 12 июня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FB5D5F-AEF3-2CB9-B948-0A74B30169AA}"/>
              </a:ext>
            </a:extLst>
          </p:cNvPr>
          <p:cNvSpPr txBox="1"/>
          <p:nvPr/>
        </p:nvSpPr>
        <p:spPr>
          <a:xfrm>
            <a:off x="1144425" y="2857887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13 июня — 17 июня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DA01C75-9A65-B3BE-AA2D-96F2B054B20A}"/>
              </a:ext>
            </a:extLst>
          </p:cNvPr>
          <p:cNvSpPr txBox="1"/>
          <p:nvPr/>
        </p:nvSpPr>
        <p:spPr>
          <a:xfrm>
            <a:off x="1760332" y="3671888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18 июня — 23 июня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33A2176-48EF-C683-E9DB-B42A004DC267}"/>
              </a:ext>
            </a:extLst>
          </p:cNvPr>
          <p:cNvSpPr txBox="1"/>
          <p:nvPr/>
        </p:nvSpPr>
        <p:spPr>
          <a:xfrm>
            <a:off x="2839747" y="2879177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24 июня — 27 июня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AB1B01-6ABF-0D08-967F-08D83C1D6AA5}"/>
              </a:ext>
            </a:extLst>
          </p:cNvPr>
          <p:cNvSpPr txBox="1"/>
          <p:nvPr/>
        </p:nvSpPr>
        <p:spPr>
          <a:xfrm>
            <a:off x="3560919" y="3671888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28 июня — 29 июня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CFE50C9-0C81-FE1A-25DC-9F40CCF986F0}"/>
              </a:ext>
            </a:extLst>
          </p:cNvPr>
          <p:cNvSpPr txBox="1"/>
          <p:nvPr/>
        </p:nvSpPr>
        <p:spPr>
          <a:xfrm>
            <a:off x="4640334" y="2879177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30 июня — 1 июля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81B61D-2576-F355-A364-90F94532FCB6}"/>
              </a:ext>
            </a:extLst>
          </p:cNvPr>
          <p:cNvSpPr txBox="1"/>
          <p:nvPr/>
        </p:nvSpPr>
        <p:spPr>
          <a:xfrm>
            <a:off x="5246716" y="3727699"/>
            <a:ext cx="1314441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2 июля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25512C-E9D5-C0E5-8994-4C5ED58B4A2D}"/>
              </a:ext>
            </a:extLst>
          </p:cNvPr>
          <p:cNvSpPr txBox="1"/>
          <p:nvPr/>
        </p:nvSpPr>
        <p:spPr>
          <a:xfrm>
            <a:off x="6326131" y="2934988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3 июля — 4 июля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BBF53C-0A5D-D4BF-81F3-C73676D1741A}"/>
              </a:ext>
            </a:extLst>
          </p:cNvPr>
          <p:cNvSpPr txBox="1"/>
          <p:nvPr/>
        </p:nvSpPr>
        <p:spPr>
          <a:xfrm>
            <a:off x="6964545" y="3710575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5 июля — 7 июля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0C5A5CD-AECF-C6B6-7E8F-745BB42A34B9}"/>
              </a:ext>
            </a:extLst>
          </p:cNvPr>
          <p:cNvSpPr txBox="1"/>
          <p:nvPr/>
        </p:nvSpPr>
        <p:spPr>
          <a:xfrm>
            <a:off x="8043960" y="2917864"/>
            <a:ext cx="1314441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8 июля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2C9437-9161-7E2E-E0EF-4B01B8397859}"/>
              </a:ext>
            </a:extLst>
          </p:cNvPr>
          <p:cNvSpPr txBox="1"/>
          <p:nvPr/>
        </p:nvSpPr>
        <p:spPr>
          <a:xfrm>
            <a:off x="8495340" y="3727699"/>
            <a:ext cx="1314441" cy="465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9 июля — 10 июля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BCFB71-B2C5-693D-F60A-317B56D6088C}"/>
              </a:ext>
            </a:extLst>
          </p:cNvPr>
          <p:cNvSpPr txBox="1"/>
          <p:nvPr/>
        </p:nvSpPr>
        <p:spPr>
          <a:xfrm>
            <a:off x="9574755" y="2934988"/>
            <a:ext cx="1314441" cy="2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ru-RU" sz="1400" b="0" dirty="0">
                <a:effectLst/>
                <a:latin typeface="Consolas" panose="020B0609020204030204" pitchFamily="49" charset="0"/>
              </a:rPr>
              <a:t>11 июля</a:t>
            </a:r>
          </a:p>
        </p:txBody>
      </p:sp>
    </p:spTree>
    <p:extLst>
      <p:ext uri="{BB962C8B-B14F-4D97-AF65-F5344CB8AC3E}">
        <p14:creationId xmlns:p14="http://schemas.microsoft.com/office/powerpoint/2010/main" val="70563022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87</Words>
  <Application>Microsoft Office PowerPoint</Application>
  <PresentationFormat>Широкоэкранный</PresentationFormat>
  <Paragraphs>24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Алена Куликова</dc:creator>
  <cp:lastModifiedBy>Алена Куликова</cp:lastModifiedBy>
  <cp:revision>3</cp:revision>
  <dcterms:created xsi:type="dcterms:W3CDTF">2026-06-20T13:20:17Z</dcterms:created>
  <dcterms:modified xsi:type="dcterms:W3CDTF">2026-06-20T13:44:17Z</dcterms:modified>
</cp:coreProperties>
</file>